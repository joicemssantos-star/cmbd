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731520"/>
            <a:ext cx="2286000" cy="2286000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2743200"/>
            <a:ext cx="1463040" cy="1463040"/>
          </a:xfrm>
          <a:prstGeom prst="ellipse">
            <a:avLst/>
          </a:prstGeom>
          <a:solidFill>
            <a:srgbClr val="48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55279" y="4114800"/>
            <a:ext cx="914400" cy="914400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7863840" cy="1645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BANCO DE DADOS
E VENDAS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713232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900" b="1">
                <a:solidFill>
                  <a:srgbClr val="48C4D2"/>
                </a:solidFill>
                <a:latin typeface="Aptos"/>
              </a:rPr>
              <a:t>Banco de dados relacional para controle de clientes, produtos e pedidos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7132320" cy="11887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ptos"/>
              </a:rPr>
              <a:t>Apresentação do projeto
Joice Maria Schoff dos Santos
Salto Veloso — 08 de 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8136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2800" b="1">
                <a:solidFill>
                  <a:srgbClr val="14203A"/>
                </a:solidFill>
                <a:latin typeface="Aptos"/>
              </a:rPr>
              <a:t>1. Introdução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70432"/>
            <a:ext cx="822960" cy="64008"/>
          </a:xfrm>
          <a:prstGeom prst="rect">
            <a:avLst/>
          </a:prstGeom>
          <a:solidFill>
            <a:srgbClr val="48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107899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400" b="0">
                <a:solidFill>
                  <a:srgbClr val="5C6B80"/>
                </a:solidFill>
                <a:latin typeface="Aptos"/>
              </a:rPr>
              <a:t>O problema e a solução proposta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167128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800" b="0">
                <a:solidFill>
                  <a:srgbClr val="273142"/>
                </a:solidFill>
                <a:latin typeface="Aptos"/>
              </a:rPr>
              <a:t>As informações de vendas estavam espalhadas em planilhas.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081528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971800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800" b="0">
                <a:solidFill>
                  <a:srgbClr val="273142"/>
                </a:solidFill>
                <a:latin typeface="Aptos"/>
              </a:rPr>
              <a:t>Isso dificultava as consultas, aumentava a possibilidade de erros e atrasava os relatórios.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995928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886200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800" b="0">
                <a:solidFill>
                  <a:srgbClr val="273142"/>
                </a:solidFill>
                <a:latin typeface="Aptos"/>
              </a:rPr>
              <a:t>A solução proposta foi criar um banco de dados relacional em SQL.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910328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4800600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800" b="0">
                <a:solidFill>
                  <a:srgbClr val="273142"/>
                </a:solidFill>
                <a:latin typeface="Aptos"/>
              </a:rPr>
              <a:t>As informações ficam centralizadas e podem ser consultadas com mais rapidez e organização.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000" b="1">
                <a:solidFill>
                  <a:srgbClr val="5C6B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8136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2800" b="1">
                <a:solidFill>
                  <a:srgbClr val="14203A"/>
                </a:solidFill>
                <a:latin typeface="Aptos"/>
              </a:rPr>
              <a:t>2. Tipo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70432"/>
            <a:ext cx="822960" cy="64008"/>
          </a:xfrm>
          <a:prstGeom prst="rect">
            <a:avLst/>
          </a:prstGeom>
          <a:solidFill>
            <a:srgbClr val="48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107899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400" b="0">
                <a:solidFill>
                  <a:srgbClr val="5C6B80"/>
                </a:solidFill>
                <a:latin typeface="Aptos"/>
              </a:rPr>
              <a:t>Banco relacional implementado em MySQL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167128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800" b="0">
                <a:solidFill>
                  <a:srgbClr val="273142"/>
                </a:solidFill>
                <a:latin typeface="Aptos"/>
              </a:rPr>
              <a:t>Os dados são organizados em tabelas relacionadas entre si.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081528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971800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800" b="0">
                <a:solidFill>
                  <a:srgbClr val="273142"/>
                </a:solidFill>
                <a:latin typeface="Aptos"/>
              </a:rPr>
              <a:t>Chaves primárias identificam os registros; chaves estrangeiras conectam as tabelas.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995928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886200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800" b="0">
                <a:solidFill>
                  <a:srgbClr val="273142"/>
                </a:solidFill>
                <a:latin typeface="Aptos"/>
              </a:rPr>
              <a:t>O MySQL permite criar tabelas, relacionamentos, consultas, views, procedures e triggers.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910328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4800600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800" b="0">
                <a:solidFill>
                  <a:srgbClr val="273142"/>
                </a:solidFill>
                <a:latin typeface="Aptos"/>
              </a:rPr>
              <a:t>É uma tecnologia utilizada em aplicações comerciais.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000" b="1">
                <a:solidFill>
                  <a:srgbClr val="5C6B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8136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2800" b="1">
                <a:solidFill>
                  <a:srgbClr val="14203A"/>
                </a:solidFill>
                <a:latin typeface="Aptos"/>
              </a:rPr>
              <a:t>3. Modelagem e estrutura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70432"/>
            <a:ext cx="822960" cy="64008"/>
          </a:xfrm>
          <a:prstGeom prst="rect">
            <a:avLst/>
          </a:prstGeom>
          <a:solidFill>
            <a:srgbClr val="48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107899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400" b="0">
                <a:solidFill>
                  <a:srgbClr val="5C6B80"/>
                </a:solidFill>
                <a:latin typeface="Aptos"/>
              </a:rPr>
              <a:t>Quatro tabelas principais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167128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700" b="0">
                <a:solidFill>
                  <a:srgbClr val="273142"/>
                </a:solidFill>
                <a:latin typeface="Aptos"/>
              </a:rPr>
              <a:t>Clientes: nome, e-mail, telefone e cidade.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971800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862072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700" b="0">
                <a:solidFill>
                  <a:srgbClr val="273142"/>
                </a:solidFill>
                <a:latin typeface="Aptos"/>
              </a:rPr>
              <a:t>Produtos: nome, categoria, preço e quantidade em estoque.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776472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666744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700" b="0">
                <a:solidFill>
                  <a:srgbClr val="273142"/>
                </a:solidFill>
                <a:latin typeface="Aptos"/>
              </a:rPr>
              <a:t>Pedidos: registra cada compra e o cliente responsável.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581144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4471416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700" b="0">
                <a:solidFill>
                  <a:srgbClr val="273142"/>
                </a:solidFill>
                <a:latin typeface="Aptos"/>
              </a:rPr>
              <a:t>Itens_Pedido: relaciona produtos e pedidos, registrando quantidade e preço da venda.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385816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5276088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700" b="0">
                <a:solidFill>
                  <a:srgbClr val="273142"/>
                </a:solidFill>
                <a:latin typeface="Aptos"/>
              </a:rPr>
              <a:t>Relacionamentos: Clientes 1:N Pedidos; Pedidos 1:N Itens_Pedido; Produtos 1:N Itens_Pedido.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000" b="1">
                <a:solidFill>
                  <a:srgbClr val="5C6B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8136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2800" b="1">
                <a:solidFill>
                  <a:srgbClr val="14203A"/>
                </a:solidFill>
                <a:latin typeface="Aptos"/>
              </a:rPr>
              <a:t>4. Consultas e 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70432"/>
            <a:ext cx="822960" cy="64008"/>
          </a:xfrm>
          <a:prstGeom prst="rect">
            <a:avLst/>
          </a:prstGeom>
          <a:solidFill>
            <a:srgbClr val="48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107899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400" b="0">
                <a:solidFill>
                  <a:srgbClr val="5C6B80"/>
                </a:solidFill>
                <a:latin typeface="Aptos"/>
              </a:rPr>
              <a:t>Transformando dados em informações úteis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167128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700" b="0">
                <a:solidFill>
                  <a:srgbClr val="273142"/>
                </a:solidFill>
                <a:latin typeface="Aptos"/>
              </a:rPr>
              <a:t>Identificar clientes que realizaram mais compras.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971800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862072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700" b="0">
                <a:solidFill>
                  <a:srgbClr val="273142"/>
                </a:solidFill>
                <a:latin typeface="Aptos"/>
              </a:rPr>
              <a:t>Encontrar o produto mais vendido no último mês.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776472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666744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700" b="0">
                <a:solidFill>
                  <a:srgbClr val="273142"/>
                </a:solidFill>
                <a:latin typeface="Aptos"/>
              </a:rPr>
              <a:t>Calcular o valor total de vendas por cliente.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581144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4471416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700" b="0">
                <a:solidFill>
                  <a:srgbClr val="273142"/>
                </a:solidFill>
                <a:latin typeface="Aptos"/>
              </a:rPr>
              <a:t>Localizar pedidos acima de R$ 1.000,00.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385816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5276088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700" b="0">
                <a:solidFill>
                  <a:srgbClr val="273142"/>
                </a:solidFill>
                <a:latin typeface="Aptos"/>
              </a:rPr>
              <a:t>INSERT, UPDATE e DELETE permitem inserir, alterar e excluir registros.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000" b="1">
                <a:solidFill>
                  <a:srgbClr val="5C6B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8136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2800" b="1">
                <a:solidFill>
                  <a:srgbClr val="14203A"/>
                </a:solidFill>
                <a:latin typeface="Aptos"/>
              </a:rPr>
              <a:t>5. Recursos de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70432"/>
            <a:ext cx="822960" cy="64008"/>
          </a:xfrm>
          <a:prstGeom prst="rect">
            <a:avLst/>
          </a:prstGeom>
          <a:solidFill>
            <a:srgbClr val="48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107899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400" b="0">
                <a:solidFill>
                  <a:srgbClr val="5C6B80"/>
                </a:solidFill>
                <a:latin typeface="Aptos"/>
              </a:rPr>
              <a:t>Automação, reutilização e análise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167128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800" b="0">
                <a:solidFill>
                  <a:srgbClr val="273142"/>
                </a:solidFill>
                <a:latin typeface="Aptos"/>
              </a:rPr>
              <a:t>Stored Procedures: rotinas reutilizáveis, como listar pedidos e calcular total por cliente.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081528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971800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800" b="0">
                <a:solidFill>
                  <a:srgbClr val="273142"/>
                </a:solidFill>
                <a:latin typeface="Aptos"/>
              </a:rPr>
              <a:t>Views: consultas salvas para resumir pedidos e vendas por produto.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995928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886200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800" b="0">
                <a:solidFill>
                  <a:srgbClr val="273142"/>
                </a:solidFill>
                <a:latin typeface="Aptos"/>
              </a:rPr>
              <a:t>Triggers: ações automáticas, como atualizar o estoque e impedir vendas acima do estoque disponível.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910328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4800600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800" b="0">
                <a:solidFill>
                  <a:srgbClr val="273142"/>
                </a:solidFill>
                <a:latin typeface="Aptos"/>
              </a:rPr>
              <a:t>Tabela temporária: reúne um resumo das compras por cliente durante a sessão.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000" b="1">
                <a:solidFill>
                  <a:srgbClr val="5C6B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8136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2800" b="1">
                <a:solidFill>
                  <a:srgbClr val="14203A"/>
                </a:solidFill>
                <a:latin typeface="Aptos"/>
              </a:rPr>
              <a:t>6. Conclusão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70432"/>
            <a:ext cx="822960" cy="64008"/>
          </a:xfrm>
          <a:prstGeom prst="rect">
            <a:avLst/>
          </a:prstGeom>
          <a:solidFill>
            <a:srgbClr val="48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107899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400" b="0">
                <a:solidFill>
                  <a:srgbClr val="5C6B80"/>
                </a:solidFill>
                <a:latin typeface="Aptos"/>
              </a:rPr>
              <a:t>Resultados e aplicação prática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167128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700" b="0">
                <a:solidFill>
                  <a:srgbClr val="273142"/>
                </a:solidFill>
                <a:latin typeface="Aptos"/>
              </a:rPr>
              <a:t>O projeto reúne clientes, produtos, pedidos e itens em tabelas relacionadas.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971800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862072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700" b="0">
                <a:solidFill>
                  <a:srgbClr val="273142"/>
                </a:solidFill>
                <a:latin typeface="Aptos"/>
              </a:rPr>
              <a:t>As consultas ajudam a analisar clientes, produtos, valores e estoque.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776472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666744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700" b="0">
                <a:solidFill>
                  <a:srgbClr val="273142"/>
                </a:solidFill>
                <a:latin typeface="Aptos"/>
              </a:rPr>
              <a:t>A normalização reduz a repetição de informações e facilita a manutenção.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581144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4471416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700" b="0">
                <a:solidFill>
                  <a:srgbClr val="273142"/>
                </a:solidFill>
                <a:latin typeface="Aptos"/>
              </a:rPr>
              <a:t>O banco pode servir de base para um sistema de vendas real.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385816"/>
            <a:ext cx="146304" cy="146304"/>
          </a:xfrm>
          <a:prstGeom prst="ellipse">
            <a:avLst/>
          </a:prstGeom>
          <a:solidFill>
            <a:srgbClr val="276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5276088"/>
            <a:ext cx="996696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700" b="0">
                <a:solidFill>
                  <a:srgbClr val="273142"/>
                </a:solidFill>
                <a:latin typeface="Aptos"/>
              </a:rPr>
              <a:t>Resultado: informações mais organizadas, consultas mais rápidas e dados mais consistentes.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000" b="1">
                <a:solidFill>
                  <a:srgbClr val="5C6B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437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CMEISV - ALUNOS</dc:creator>
  <cp:keywords/>
  <dc:description>generated using python-pptx</dc:description>
  <cp:lastModifiedBy>JOICE MARIA SCHOFF DOS SANTOS</cp:lastModifiedBy>
  <cp:revision>1</cp:revision>
  <dcterms:created xsi:type="dcterms:W3CDTF">2013-01-27T09:14:16Z</dcterms:created>
  <dcterms:modified xsi:type="dcterms:W3CDTF">2026-10-08T19:50:39Z</dcterms:modified>
  <cp:category/>
</cp:coreProperties>
</file>